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378D2-BE0D-42B9-8EF7-FA06A10D04A4}" v="1" dt="2026-06-09T10:45:28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7361268" userId="8f8fa2d1-79cb-4fe8-a2af-cccc1af4851b" providerId="ADAL" clId="{7CEFF54A-A8A5-4E54-AD04-FD2BAD6A74DF}"/>
    <pc:docChg chg="undo custSel addSld modSld">
      <pc:chgData name="edu7361268" userId="8f8fa2d1-79cb-4fe8-a2af-cccc1af4851b" providerId="ADAL" clId="{7CEFF54A-A8A5-4E54-AD04-FD2BAD6A74DF}" dt="2026-06-09T11:02:50.936" v="498" actId="26606"/>
      <pc:docMkLst>
        <pc:docMk/>
      </pc:docMkLst>
      <pc:sldChg chg="addSp modSp mod setBg addAnim">
        <pc:chgData name="edu7361268" userId="8f8fa2d1-79cb-4fe8-a2af-cccc1af4851b" providerId="ADAL" clId="{7CEFF54A-A8A5-4E54-AD04-FD2BAD6A74DF}" dt="2026-06-09T10:37:47.269" v="102"/>
        <pc:sldMkLst>
          <pc:docMk/>
          <pc:sldMk cId="2754754550" sldId="256"/>
        </pc:sldMkLst>
        <pc:spChg chg="mod">
          <ac:chgData name="edu7361268" userId="8f8fa2d1-79cb-4fe8-a2af-cccc1af4851b" providerId="ADAL" clId="{7CEFF54A-A8A5-4E54-AD04-FD2BAD6A74DF}" dt="2026-06-09T10:37:47.269" v="100" actId="26606"/>
          <ac:spMkLst>
            <pc:docMk/>
            <pc:sldMk cId="2754754550" sldId="256"/>
            <ac:spMk id="2" creationId="{9812C197-ECED-5196-0D07-C949F642E02C}"/>
          </ac:spMkLst>
        </pc:spChg>
        <pc:spChg chg="mod">
          <ac:chgData name="edu7361268" userId="8f8fa2d1-79cb-4fe8-a2af-cccc1af4851b" providerId="ADAL" clId="{7CEFF54A-A8A5-4E54-AD04-FD2BAD6A74DF}" dt="2026-06-09T10:37:47.269" v="100" actId="26606"/>
          <ac:spMkLst>
            <pc:docMk/>
            <pc:sldMk cId="2754754550" sldId="256"/>
            <ac:spMk id="3" creationId="{11AEE7E0-F3E7-414A-F0D1-CE62D063AA21}"/>
          </ac:spMkLst>
        </pc:spChg>
        <pc:spChg chg="add">
          <ac:chgData name="edu7361268" userId="8f8fa2d1-79cb-4fe8-a2af-cccc1af4851b" providerId="ADAL" clId="{7CEFF54A-A8A5-4E54-AD04-FD2BAD6A74DF}" dt="2026-06-09T10:37:47.269" v="100" actId="26606"/>
          <ac:spMkLst>
            <pc:docMk/>
            <pc:sldMk cId="2754754550" sldId="256"/>
            <ac:spMk id="8" creationId="{5A292AEA-2528-46C0-B426-95822B6141FB}"/>
          </ac:spMkLst>
        </pc:spChg>
        <pc:spChg chg="add">
          <ac:chgData name="edu7361268" userId="8f8fa2d1-79cb-4fe8-a2af-cccc1af4851b" providerId="ADAL" clId="{7CEFF54A-A8A5-4E54-AD04-FD2BAD6A74DF}" dt="2026-06-09T10:37:47.269" v="100" actId="26606"/>
          <ac:spMkLst>
            <pc:docMk/>
            <pc:sldMk cId="2754754550" sldId="256"/>
            <ac:spMk id="10" creationId="{D8B7B198-E4DF-43CD-AD8C-199884323745}"/>
          </ac:spMkLst>
        </pc:spChg>
        <pc:spChg chg="add">
          <ac:chgData name="edu7361268" userId="8f8fa2d1-79cb-4fe8-a2af-cccc1af4851b" providerId="ADAL" clId="{7CEFF54A-A8A5-4E54-AD04-FD2BAD6A74DF}" dt="2026-06-09T10:37:47.269" v="100" actId="26606"/>
          <ac:spMkLst>
            <pc:docMk/>
            <pc:sldMk cId="2754754550" sldId="256"/>
            <ac:spMk id="12" creationId="{2BE67753-EA0E-4819-8D22-0B6600CF7231}"/>
          </ac:spMkLst>
        </pc:spChg>
        <pc:grpChg chg="add">
          <ac:chgData name="edu7361268" userId="8f8fa2d1-79cb-4fe8-a2af-cccc1af4851b" providerId="ADAL" clId="{7CEFF54A-A8A5-4E54-AD04-FD2BAD6A74DF}" dt="2026-06-09T10:37:47.269" v="100" actId="26606"/>
          <ac:grpSpMkLst>
            <pc:docMk/>
            <pc:sldMk cId="2754754550" sldId="256"/>
            <ac:grpSpMk id="14" creationId="{D76D63AC-0421-45EC-B383-E79A61A78C6B}"/>
          </ac:grpSpMkLst>
        </pc:grpChg>
        <pc:grpChg chg="add">
          <ac:chgData name="edu7361268" userId="8f8fa2d1-79cb-4fe8-a2af-cccc1af4851b" providerId="ADAL" clId="{7CEFF54A-A8A5-4E54-AD04-FD2BAD6A74DF}" dt="2026-06-09T10:37:47.269" v="100" actId="26606"/>
          <ac:grpSpMkLst>
            <pc:docMk/>
            <pc:sldMk cId="2754754550" sldId="256"/>
            <ac:grpSpMk id="23" creationId="{87F87F1B-42BA-4AC7-A4E2-41544DDB2CE3}"/>
          </ac:grpSpMkLst>
        </pc:grpChg>
        <pc:grpChg chg="add">
          <ac:chgData name="edu7361268" userId="8f8fa2d1-79cb-4fe8-a2af-cccc1af4851b" providerId="ADAL" clId="{7CEFF54A-A8A5-4E54-AD04-FD2BAD6A74DF}" dt="2026-06-09T10:37:47.269" v="100" actId="26606"/>
          <ac:grpSpMkLst>
            <pc:docMk/>
            <pc:sldMk cId="2754754550" sldId="256"/>
            <ac:grpSpMk id="29" creationId="{967346A5-7569-4F15-AB5D-BE3DADF192C0}"/>
          </ac:grpSpMkLst>
        </pc:grpChg>
      </pc:sldChg>
      <pc:sldChg chg="addSp delSp modSp mod setBg">
        <pc:chgData name="edu7361268" userId="8f8fa2d1-79cb-4fe8-a2af-cccc1af4851b" providerId="ADAL" clId="{7CEFF54A-A8A5-4E54-AD04-FD2BAD6A74DF}" dt="2026-06-09T10:37:40.932" v="99" actId="26606"/>
        <pc:sldMkLst>
          <pc:docMk/>
          <pc:sldMk cId="2399847179" sldId="257"/>
        </pc:sldMkLst>
        <pc:spChg chg="mod">
          <ac:chgData name="edu7361268" userId="8f8fa2d1-79cb-4fe8-a2af-cccc1af4851b" providerId="ADAL" clId="{7CEFF54A-A8A5-4E54-AD04-FD2BAD6A74DF}" dt="2026-06-09T10:37:40.932" v="99" actId="26606"/>
          <ac:spMkLst>
            <pc:docMk/>
            <pc:sldMk cId="2399847179" sldId="257"/>
            <ac:spMk id="2" creationId="{1CA18FF7-A268-3AE5-B7BD-5AE278E9409C}"/>
          </ac:spMkLst>
        </pc:spChg>
        <pc:spChg chg="del">
          <ac:chgData name="edu7361268" userId="8f8fa2d1-79cb-4fe8-a2af-cccc1af4851b" providerId="ADAL" clId="{7CEFF54A-A8A5-4E54-AD04-FD2BAD6A74DF}" dt="2026-06-09T10:37:40.932" v="99" actId="26606"/>
          <ac:spMkLst>
            <pc:docMk/>
            <pc:sldMk cId="2399847179" sldId="257"/>
            <ac:spMk id="3" creationId="{AD1A4CEC-1463-6D0E-E1AE-827E77BC1DAE}"/>
          </ac:spMkLst>
        </pc:spChg>
        <pc:spChg chg="add">
          <ac:chgData name="edu7361268" userId="8f8fa2d1-79cb-4fe8-a2af-cccc1af4851b" providerId="ADAL" clId="{7CEFF54A-A8A5-4E54-AD04-FD2BAD6A74DF}" dt="2026-06-09T10:37:40.932" v="99" actId="26606"/>
          <ac:spMkLst>
            <pc:docMk/>
            <pc:sldMk cId="2399847179" sldId="257"/>
            <ac:spMk id="10" creationId="{B50AB553-2A96-4A92-96F2-93548E096954}"/>
          </ac:spMkLst>
        </pc:spChg>
        <pc:graphicFrameChg chg="add">
          <ac:chgData name="edu7361268" userId="8f8fa2d1-79cb-4fe8-a2af-cccc1af4851b" providerId="ADAL" clId="{7CEFF54A-A8A5-4E54-AD04-FD2BAD6A74DF}" dt="2026-06-09T10:37:40.932" v="99" actId="26606"/>
          <ac:graphicFrameMkLst>
            <pc:docMk/>
            <pc:sldMk cId="2399847179" sldId="257"/>
            <ac:graphicFrameMk id="5" creationId="{FD4095FD-4537-086E-3EC1-A4544C7DA51B}"/>
          </ac:graphicFrameMkLst>
        </pc:graphicFrameChg>
        <pc:picChg chg="add">
          <ac:chgData name="edu7361268" userId="8f8fa2d1-79cb-4fe8-a2af-cccc1af4851b" providerId="ADAL" clId="{7CEFF54A-A8A5-4E54-AD04-FD2BAD6A74DF}" dt="2026-06-09T10:37:40.932" v="99" actId="26606"/>
          <ac:picMkLst>
            <pc:docMk/>
            <pc:sldMk cId="2399847179" sldId="257"/>
            <ac:picMk id="6" creationId="{4506209E-412C-AC98-7EBF-FE05D87F5902}"/>
          </ac:picMkLst>
        </pc:picChg>
      </pc:sldChg>
      <pc:sldChg chg="addSp delSp modSp new mod setBg">
        <pc:chgData name="edu7361268" userId="8f8fa2d1-79cb-4fe8-a2af-cccc1af4851b" providerId="ADAL" clId="{7CEFF54A-A8A5-4E54-AD04-FD2BAD6A74DF}" dt="2026-06-09T10:45:01.874" v="201" actId="26606"/>
        <pc:sldMkLst>
          <pc:docMk/>
          <pc:sldMk cId="54117411" sldId="258"/>
        </pc:sldMkLst>
        <pc:spChg chg="mod">
          <ac:chgData name="edu7361268" userId="8f8fa2d1-79cb-4fe8-a2af-cccc1af4851b" providerId="ADAL" clId="{7CEFF54A-A8A5-4E54-AD04-FD2BAD6A74DF}" dt="2026-06-09T10:44:30.039" v="198" actId="26606"/>
          <ac:spMkLst>
            <pc:docMk/>
            <pc:sldMk cId="54117411" sldId="258"/>
            <ac:spMk id="2" creationId="{9DCAC49D-87C0-5785-396D-0F5D1D18E9A7}"/>
          </ac:spMkLst>
        </pc:spChg>
        <pc:spChg chg="mod ord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3" creationId="{0341BECF-81EB-345B-A094-6A4C61F93A40}"/>
          </ac:spMkLst>
        </pc:spChg>
        <pc:spChg chg="add del">
          <ac:chgData name="edu7361268" userId="8f8fa2d1-79cb-4fe8-a2af-cccc1af4851b" providerId="ADAL" clId="{7CEFF54A-A8A5-4E54-AD04-FD2BAD6A74DF}" dt="2026-06-09T10:44:30.026" v="197" actId="26606"/>
          <ac:spMkLst>
            <pc:docMk/>
            <pc:sldMk cId="54117411" sldId="258"/>
            <ac:spMk id="10" creationId="{32AEEBC8-9D30-42EF-95F2-386C2653FBF0}"/>
          </ac:spMkLst>
        </pc:spChg>
        <pc:spChg chg="add del">
          <ac:chgData name="edu7361268" userId="8f8fa2d1-79cb-4fe8-a2af-cccc1af4851b" providerId="ADAL" clId="{7CEFF54A-A8A5-4E54-AD04-FD2BAD6A74DF}" dt="2026-06-09T10:44:30.026" v="197" actId="26606"/>
          <ac:spMkLst>
            <pc:docMk/>
            <pc:sldMk cId="54117411" sldId="258"/>
            <ac:spMk id="12" creationId="{2E92FA66-67D7-4CB4-94D3-E643A9AD4757}"/>
          </ac:spMkLst>
        </pc:spChg>
        <pc:spChg chg="add del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21" creationId="{D7A453D2-15D8-4403-815F-291FA16340D9}"/>
          </ac:spMkLst>
        </pc:spChg>
        <pc:spChg chg="add del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22" creationId="{B8114C98-A349-4111-A123-E8EAB86ABE30}"/>
          </ac:spMkLst>
        </pc:spChg>
        <pc:spChg chg="add del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23" creationId="{8161EA6B-09CA-445B-AB0D-8DF76FA92DEF}"/>
          </ac:spMkLst>
        </pc:spChg>
        <pc:spChg chg="add del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30" creationId="{E2D3D3F2-ABBB-4453-B1C5-1BEBF7E4DD56}"/>
          </ac:spMkLst>
        </pc:spChg>
        <pc:spChg chg="add del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44" creationId="{773AEA78-C03B-40B7-9D11-DC022119D577}"/>
          </ac:spMkLst>
        </pc:spChg>
        <pc:spChg chg="add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49" creationId="{D7A453D2-15D8-4403-815F-291FA16340D9}"/>
          </ac:spMkLst>
        </pc:spChg>
        <pc:spChg chg="add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51" creationId="{8161EA6B-09CA-445B-AB0D-8DF76FA92DEF}"/>
          </ac:spMkLst>
        </pc:spChg>
        <pc:spChg chg="add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61" creationId="{B8114C98-A349-4111-A123-E8EAB86ABE30}"/>
          </ac:spMkLst>
        </pc:spChg>
        <pc:spChg chg="add">
          <ac:chgData name="edu7361268" userId="8f8fa2d1-79cb-4fe8-a2af-cccc1af4851b" providerId="ADAL" clId="{7CEFF54A-A8A5-4E54-AD04-FD2BAD6A74DF}" dt="2026-06-09T10:45:01.874" v="201" actId="26606"/>
          <ac:spMkLst>
            <pc:docMk/>
            <pc:sldMk cId="54117411" sldId="258"/>
            <ac:spMk id="83" creationId="{773AEA78-C03B-40B7-9D11-DC022119D577}"/>
          </ac:spMkLst>
        </pc:spChg>
        <pc:grpChg chg="add">
          <ac:chgData name="edu7361268" userId="8f8fa2d1-79cb-4fe8-a2af-cccc1af4851b" providerId="ADAL" clId="{7CEFF54A-A8A5-4E54-AD04-FD2BAD6A74DF}" dt="2026-06-09T10:44:30.039" v="198" actId="26606"/>
          <ac:grpSpMkLst>
            <pc:docMk/>
            <pc:sldMk cId="54117411" sldId="258"/>
            <ac:grpSpMk id="24" creationId="{670FB431-AE18-414D-92F4-1D12D1991152}"/>
          </ac:grpSpMkLst>
        </pc:grpChg>
        <pc:grpChg chg="add">
          <ac:chgData name="edu7361268" userId="8f8fa2d1-79cb-4fe8-a2af-cccc1af4851b" providerId="ADAL" clId="{7CEFF54A-A8A5-4E54-AD04-FD2BAD6A74DF}" dt="2026-06-09T10:44:30.039" v="198" actId="26606"/>
          <ac:grpSpMkLst>
            <pc:docMk/>
            <pc:sldMk cId="54117411" sldId="258"/>
            <ac:grpSpMk id="38" creationId="{1F4E1649-4D1F-4A91-AF97-A254BFDD524D}"/>
          </ac:grpSpMkLst>
        </pc:grpChg>
        <pc:picChg chg="add del mod">
          <ac:chgData name="edu7361268" userId="8f8fa2d1-79cb-4fe8-a2af-cccc1af4851b" providerId="ADAL" clId="{7CEFF54A-A8A5-4E54-AD04-FD2BAD6A74DF}" dt="2026-06-09T10:44:59.903" v="199" actId="478"/>
          <ac:picMkLst>
            <pc:docMk/>
            <pc:sldMk cId="54117411" sldId="258"/>
            <ac:picMk id="5" creationId="{4F82C743-58E8-4D63-7E91-ABB8CEA9877B}"/>
          </ac:picMkLst>
        </pc:picChg>
        <pc:picChg chg="add">
          <ac:chgData name="edu7361268" userId="8f8fa2d1-79cb-4fe8-a2af-cccc1af4851b" providerId="ADAL" clId="{7CEFF54A-A8A5-4E54-AD04-FD2BAD6A74DF}" dt="2026-06-09T10:45:00.312" v="200" actId="22"/>
          <ac:picMkLst>
            <pc:docMk/>
            <pc:sldMk cId="54117411" sldId="258"/>
            <ac:picMk id="7" creationId="{C095B30B-FCDC-906A-BC48-F7628550FD24}"/>
          </ac:picMkLst>
        </pc:picChg>
      </pc:sldChg>
      <pc:sldChg chg="addSp modSp new mod setBg">
        <pc:chgData name="edu7361268" userId="8f8fa2d1-79cb-4fe8-a2af-cccc1af4851b" providerId="ADAL" clId="{7CEFF54A-A8A5-4E54-AD04-FD2BAD6A74DF}" dt="2026-06-09T10:52:56.736" v="316" actId="26606"/>
        <pc:sldMkLst>
          <pc:docMk/>
          <pc:sldMk cId="3280898327" sldId="259"/>
        </pc:sldMkLst>
        <pc:spChg chg="mo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2" creationId="{A544817F-58E9-F513-A5BE-2B7AAA8F2240}"/>
          </ac:spMkLst>
        </pc:spChg>
        <pc:spChg chg="mo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3" creationId="{315D04CE-BCA8-BA1A-5368-93A17A07EE64}"/>
          </ac:spMkLst>
        </pc:spChg>
        <pc:spChg chg="ad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10" creationId="{A8384FB5-9ADC-4DDC-881B-597D56F5B15D}"/>
          </ac:spMkLst>
        </pc:spChg>
        <pc:spChg chg="ad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12" creationId="{91E5A9A7-95C6-4F4F-B00E-C82E07FE62EF}"/>
          </ac:spMkLst>
        </pc:spChg>
        <pc:spChg chg="ad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14" creationId="{D07DD2DE-F619-49DD-B5E7-03A290FF4ED1}"/>
          </ac:spMkLst>
        </pc:spChg>
        <pc:spChg chg="ad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16" creationId="{85149191-5F60-4A28-AAFF-039F96B0F3EC}"/>
          </ac:spMkLst>
        </pc:spChg>
        <pc:spChg chg="add">
          <ac:chgData name="edu7361268" userId="8f8fa2d1-79cb-4fe8-a2af-cccc1af4851b" providerId="ADAL" clId="{7CEFF54A-A8A5-4E54-AD04-FD2BAD6A74DF}" dt="2026-06-09T10:52:56.736" v="316" actId="26606"/>
          <ac:spMkLst>
            <pc:docMk/>
            <pc:sldMk cId="3280898327" sldId="259"/>
            <ac:spMk id="18" creationId="{F8260ED5-17F7-4158-B241-D51DD4CF1B7E}"/>
          </ac:spMkLst>
        </pc:spChg>
        <pc:picChg chg="add mod">
          <ac:chgData name="edu7361268" userId="8f8fa2d1-79cb-4fe8-a2af-cccc1af4851b" providerId="ADAL" clId="{7CEFF54A-A8A5-4E54-AD04-FD2BAD6A74DF}" dt="2026-06-09T10:52:56.736" v="316" actId="26606"/>
          <ac:picMkLst>
            <pc:docMk/>
            <pc:sldMk cId="3280898327" sldId="259"/>
            <ac:picMk id="5" creationId="{0427B68C-E9F4-B2D3-C8E6-35371DB98FEB}"/>
          </ac:picMkLst>
        </pc:picChg>
      </pc:sldChg>
      <pc:sldChg chg="addSp delSp modSp new mod setBg">
        <pc:chgData name="edu7361268" userId="8f8fa2d1-79cb-4fe8-a2af-cccc1af4851b" providerId="ADAL" clId="{7CEFF54A-A8A5-4E54-AD04-FD2BAD6A74DF}" dt="2026-06-09T11:02:50.936" v="498" actId="26606"/>
        <pc:sldMkLst>
          <pc:docMk/>
          <pc:sldMk cId="685369133" sldId="260"/>
        </pc:sldMkLst>
        <pc:spChg chg="mo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2" creationId="{50649A08-D3F8-B939-8001-F58FCAC028F0}"/>
          </ac:spMkLst>
        </pc:spChg>
        <pc:spChg chg="mo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3" creationId="{B4FF0FA9-5586-54E0-84B8-6F0B5C368E4E}"/>
          </ac:spMkLst>
        </pc:spChg>
        <pc:spChg chg="ad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14" creationId="{AAAE94E3-A7DB-4868-B1E3-E49703488BBC}"/>
          </ac:spMkLst>
        </pc:spChg>
        <pc:spChg chg="ad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20" creationId="{3873B707-463F-40B0-8227-E8CC6C67EB25}"/>
          </ac:spMkLst>
        </pc:spChg>
        <pc:spChg chg="ad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22" creationId="{C13237C8-E62C-4F0D-A318-BD6FB6C2D138}"/>
          </ac:spMkLst>
        </pc:spChg>
        <pc:spChg chg="ad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24" creationId="{19C9EAEA-39D0-4B0E-A0EB-51E7B26740B1}"/>
          </ac:spMkLst>
        </pc:spChg>
        <pc:spChg chg="add">
          <ac:chgData name="edu7361268" userId="8f8fa2d1-79cb-4fe8-a2af-cccc1af4851b" providerId="ADAL" clId="{7CEFF54A-A8A5-4E54-AD04-FD2BAD6A74DF}" dt="2026-06-09T11:02:50.936" v="498" actId="26606"/>
          <ac:spMkLst>
            <pc:docMk/>
            <pc:sldMk cId="685369133" sldId="260"/>
            <ac:spMk id="26" creationId="{8CB5D2D7-DF65-4E86-BFBA-FFB9B5ACEB64}"/>
          </ac:spMkLst>
        </pc:spChg>
        <pc:grpChg chg="add">
          <ac:chgData name="edu7361268" userId="8f8fa2d1-79cb-4fe8-a2af-cccc1af4851b" providerId="ADAL" clId="{7CEFF54A-A8A5-4E54-AD04-FD2BAD6A74DF}" dt="2026-06-09T11:02:50.936" v="498" actId="26606"/>
          <ac:grpSpMkLst>
            <pc:docMk/>
            <pc:sldMk cId="685369133" sldId="260"/>
            <ac:grpSpMk id="16" creationId="{1DE889C7-FAD6-4397-98E2-05D503484459}"/>
          </ac:grpSpMkLst>
        </pc:grpChg>
        <pc:picChg chg="add mod">
          <ac:chgData name="edu7361268" userId="8f8fa2d1-79cb-4fe8-a2af-cccc1af4851b" providerId="ADAL" clId="{7CEFF54A-A8A5-4E54-AD04-FD2BAD6A74DF}" dt="2026-06-09T11:02:50.936" v="498" actId="26606"/>
          <ac:picMkLst>
            <pc:docMk/>
            <pc:sldMk cId="685369133" sldId="260"/>
            <ac:picMk id="5" creationId="{6AF2BD72-50C8-BB38-51CC-998B0A6E05B4}"/>
          </ac:picMkLst>
        </pc:picChg>
        <pc:picChg chg="add del">
          <ac:chgData name="edu7361268" userId="8f8fa2d1-79cb-4fe8-a2af-cccc1af4851b" providerId="ADAL" clId="{7CEFF54A-A8A5-4E54-AD04-FD2BAD6A74DF}" dt="2026-06-09T11:02:18.728" v="496" actId="22"/>
          <ac:picMkLst>
            <pc:docMk/>
            <pc:sldMk cId="685369133" sldId="260"/>
            <ac:picMk id="7" creationId="{4FD4F1D2-C778-C7A7-BD0E-77DD7F0F8647}"/>
          </ac:picMkLst>
        </pc:picChg>
        <pc:picChg chg="add mod">
          <ac:chgData name="edu7361268" userId="8f8fa2d1-79cb-4fe8-a2af-cccc1af4851b" providerId="ADAL" clId="{7CEFF54A-A8A5-4E54-AD04-FD2BAD6A74DF}" dt="2026-06-09T11:02:50.936" v="498" actId="26606"/>
          <ac:picMkLst>
            <pc:docMk/>
            <pc:sldMk cId="685369133" sldId="260"/>
            <ac:picMk id="9" creationId="{332EE78E-1177-AA4D-D9C7-BE5118DE4CB9}"/>
          </ac:picMkLst>
        </pc:picChg>
      </pc:sldChg>
      <pc:sldChg chg="addSp delSp modSp add mod">
        <pc:chgData name="edu7361268" userId="8f8fa2d1-79cb-4fe8-a2af-cccc1af4851b" providerId="ADAL" clId="{7CEFF54A-A8A5-4E54-AD04-FD2BAD6A74DF}" dt="2026-06-09T10:51:47.219" v="237" actId="26606"/>
        <pc:sldMkLst>
          <pc:docMk/>
          <pc:sldMk cId="1601790522" sldId="261"/>
        </pc:sldMkLst>
        <pc:spChg chg="mod ord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2" creationId="{0E7663C2-E186-C938-0F2D-F5D8BAD976C1}"/>
          </ac:spMkLst>
        </pc:spChg>
        <pc:spChg chg="mod ord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3" creationId="{BEE81E60-94DD-E845-634A-FB50FB7E5B50}"/>
          </ac:spMkLst>
        </pc:spChg>
        <pc:spChg chg="add del">
          <ac:chgData name="edu7361268" userId="8f8fa2d1-79cb-4fe8-a2af-cccc1af4851b" providerId="ADAL" clId="{7CEFF54A-A8A5-4E54-AD04-FD2BAD6A74DF}" dt="2026-06-09T10:50:57.966" v="227" actId="26606"/>
          <ac:spMkLst>
            <pc:docMk/>
            <pc:sldMk cId="1601790522" sldId="261"/>
            <ac:spMk id="49" creationId="{C16EC825-5F03-F07E-790E-19A6A80F7305}"/>
          </ac:spMkLst>
        </pc:spChg>
        <pc:spChg chg="add del">
          <ac:chgData name="edu7361268" userId="8f8fa2d1-79cb-4fe8-a2af-cccc1af4851b" providerId="ADAL" clId="{7CEFF54A-A8A5-4E54-AD04-FD2BAD6A74DF}" dt="2026-06-09T10:50:57.966" v="227" actId="26606"/>
          <ac:spMkLst>
            <pc:docMk/>
            <pc:sldMk cId="1601790522" sldId="261"/>
            <ac:spMk id="51" creationId="{30DEC7A3-463A-5210-FBF4-4C53BC44A2CF}"/>
          </ac:spMkLst>
        </pc:spChg>
        <pc:spChg chg="add del">
          <ac:chgData name="edu7361268" userId="8f8fa2d1-79cb-4fe8-a2af-cccc1af4851b" providerId="ADAL" clId="{7CEFF54A-A8A5-4E54-AD04-FD2BAD6A74DF}" dt="2026-06-09T10:50:57.966" v="227" actId="26606"/>
          <ac:spMkLst>
            <pc:docMk/>
            <pc:sldMk cId="1601790522" sldId="261"/>
            <ac:spMk id="61" creationId="{C0FF7C56-35EA-6F04-2877-9423BC1E707B}"/>
          </ac:spMkLst>
        </pc:spChg>
        <pc:spChg chg="add del">
          <ac:chgData name="edu7361268" userId="8f8fa2d1-79cb-4fe8-a2af-cccc1af4851b" providerId="ADAL" clId="{7CEFF54A-A8A5-4E54-AD04-FD2BAD6A74DF}" dt="2026-06-09T10:50:57.966" v="227" actId="26606"/>
          <ac:spMkLst>
            <pc:docMk/>
            <pc:sldMk cId="1601790522" sldId="261"/>
            <ac:spMk id="69" creationId="{76ED7150-5C49-1A03-F277-5A6EA499CAAA}"/>
          </ac:spMkLst>
        </pc:spChg>
        <pc:spChg chg="add del">
          <ac:chgData name="edu7361268" userId="8f8fa2d1-79cb-4fe8-a2af-cccc1af4851b" providerId="ADAL" clId="{7CEFF54A-A8A5-4E54-AD04-FD2BAD6A74DF}" dt="2026-06-09T10:50:57.966" v="227" actId="26606"/>
          <ac:spMkLst>
            <pc:docMk/>
            <pc:sldMk cId="1601790522" sldId="261"/>
            <ac:spMk id="83" creationId="{D594BC63-3AF2-DF95-B571-7DEBED20DCF4}"/>
          </ac:spMkLst>
        </pc:spChg>
        <pc:spChg chg="add del">
          <ac:chgData name="edu7361268" userId="8f8fa2d1-79cb-4fe8-a2af-cccc1af4851b" providerId="ADAL" clId="{7CEFF54A-A8A5-4E54-AD04-FD2BAD6A74DF}" dt="2026-06-09T10:50:57.960" v="226" actId="26606"/>
          <ac:spMkLst>
            <pc:docMk/>
            <pc:sldMk cId="1601790522" sldId="261"/>
            <ac:spMk id="88" creationId="{B95B9BA8-1D69-4796-85F5-B6D0BD52354B}"/>
          </ac:spMkLst>
        </pc:spChg>
        <pc:spChg chg="add del">
          <ac:chgData name="edu7361268" userId="8f8fa2d1-79cb-4fe8-a2af-cccc1af4851b" providerId="ADAL" clId="{7CEFF54A-A8A5-4E54-AD04-FD2BAD6A74DF}" dt="2026-06-09T10:51:06.716" v="231" actId="26606"/>
          <ac:spMkLst>
            <pc:docMk/>
            <pc:sldMk cId="1601790522" sldId="261"/>
            <ac:spMk id="94" creationId="{B712E947-0734-45F9-9C4F-41114EC3A33E}"/>
          </ac:spMkLst>
        </pc:spChg>
        <pc:spChg chg="add del">
          <ac:chgData name="edu7361268" userId="8f8fa2d1-79cb-4fe8-a2af-cccc1af4851b" providerId="ADAL" clId="{7CEFF54A-A8A5-4E54-AD04-FD2BAD6A74DF}" dt="2026-06-09T10:51:06.709" v="230" actId="26606"/>
          <ac:spMkLst>
            <pc:docMk/>
            <pc:sldMk cId="1601790522" sldId="261"/>
            <ac:spMk id="99" creationId="{922F19F4-FE70-43DC-856F-2CE5F521DC48}"/>
          </ac:spMkLst>
        </pc:spChg>
        <pc:spChg chg="add del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105" creationId="{FE43805F-24A6-46A4-B19B-54F28347355C}"/>
          </ac:spMkLst>
        </pc:spChg>
        <pc:spChg chg="add del">
          <ac:chgData name="edu7361268" userId="8f8fa2d1-79cb-4fe8-a2af-cccc1af4851b" providerId="ADAL" clId="{7CEFF54A-A8A5-4E54-AD04-FD2BAD6A74DF}" dt="2026-06-09T10:51:06.709" v="230" actId="26606"/>
          <ac:spMkLst>
            <pc:docMk/>
            <pc:sldMk cId="1601790522" sldId="261"/>
            <ac:spMk id="106" creationId="{D5B0017B-2ECA-49AF-B397-DC140825DF8D}"/>
          </ac:spMkLst>
        </pc:spChg>
        <pc:spChg chg="add del">
          <ac:chgData name="edu7361268" userId="8f8fa2d1-79cb-4fe8-a2af-cccc1af4851b" providerId="ADAL" clId="{7CEFF54A-A8A5-4E54-AD04-FD2BAD6A74DF}" dt="2026-06-09T10:51:06.709" v="230" actId="26606"/>
          <ac:spMkLst>
            <pc:docMk/>
            <pc:sldMk cId="1601790522" sldId="261"/>
            <ac:spMk id="108" creationId="{395ECC94-3D5E-46A7-A7A1-DE807E1563B4}"/>
          </ac:spMkLst>
        </pc:spChg>
        <pc:spChg chg="add del">
          <ac:chgData name="edu7361268" userId="8f8fa2d1-79cb-4fe8-a2af-cccc1af4851b" providerId="ADAL" clId="{7CEFF54A-A8A5-4E54-AD04-FD2BAD6A74DF}" dt="2026-06-09T10:51:06.709" v="230" actId="26606"/>
          <ac:spMkLst>
            <pc:docMk/>
            <pc:sldMk cId="1601790522" sldId="261"/>
            <ac:spMk id="110" creationId="{7E549738-9961-462D-81B7-4A7A44691102}"/>
          </ac:spMkLst>
        </pc:spChg>
        <pc:spChg chg="add del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114" creationId="{1022CA72-2A63-428F-B586-37BA5AB6D265}"/>
          </ac:spMkLst>
        </pc:spChg>
        <pc:spChg chg="add del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115" creationId="{95C8260E-968F-44E8-A823-ABB431311926}"/>
          </ac:spMkLst>
        </pc:spChg>
        <pc:spChg chg="add del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116" creationId="{2C1BBA94-3F40-40AA-8BB9-E69E25E537C1}"/>
          </ac:spMkLst>
        </pc:spChg>
        <pc:spChg chg="add del">
          <ac:chgData name="edu7361268" userId="8f8fa2d1-79cb-4fe8-a2af-cccc1af4851b" providerId="ADAL" clId="{7CEFF54A-A8A5-4E54-AD04-FD2BAD6A74DF}" dt="2026-06-09T10:51:47.165" v="236" actId="26606"/>
          <ac:spMkLst>
            <pc:docMk/>
            <pc:sldMk cId="1601790522" sldId="261"/>
            <ac:spMk id="121" creationId="{913AE63C-D5B4-45D1-ACFC-648CFFCF9805}"/>
          </ac:spMkLst>
        </pc:spChg>
        <pc:spChg chg="add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137" creationId="{913AE63C-D5B4-45D1-ACFC-648CFFCF9805}"/>
          </ac:spMkLst>
        </pc:spChg>
        <pc:spChg chg="add">
          <ac:chgData name="edu7361268" userId="8f8fa2d1-79cb-4fe8-a2af-cccc1af4851b" providerId="ADAL" clId="{7CEFF54A-A8A5-4E54-AD04-FD2BAD6A74DF}" dt="2026-06-09T10:51:47.219" v="237" actId="26606"/>
          <ac:spMkLst>
            <pc:docMk/>
            <pc:sldMk cId="1601790522" sldId="261"/>
            <ac:spMk id="138" creationId="{34DE9D20-D6C2-4834-9EE9-EC583F3FE571}"/>
          </ac:spMkLst>
        </pc:spChg>
        <pc:grpChg chg="add del">
          <ac:chgData name="edu7361268" userId="8f8fa2d1-79cb-4fe8-a2af-cccc1af4851b" providerId="ADAL" clId="{7CEFF54A-A8A5-4E54-AD04-FD2BAD6A74DF}" dt="2026-06-09T10:51:06.716" v="231" actId="26606"/>
          <ac:grpSpMkLst>
            <pc:docMk/>
            <pc:sldMk cId="1601790522" sldId="261"/>
            <ac:grpSpMk id="90" creationId="{12B3290A-D3BF-4B87-B55B-FD9A98B49727}"/>
          </ac:grpSpMkLst>
        </pc:grpChg>
        <pc:picChg chg="add mod ord">
          <ac:chgData name="edu7361268" userId="8f8fa2d1-79cb-4fe8-a2af-cccc1af4851b" providerId="ADAL" clId="{7CEFF54A-A8A5-4E54-AD04-FD2BAD6A74DF}" dt="2026-06-09T10:51:47.219" v="237" actId="26606"/>
          <ac:picMkLst>
            <pc:docMk/>
            <pc:sldMk cId="1601790522" sldId="261"/>
            <ac:picMk id="5" creationId="{9BCA1C47-A831-0275-DBB8-07698463D6C5}"/>
          </ac:picMkLst>
        </pc:picChg>
        <pc:picChg chg="del">
          <ac:chgData name="edu7361268" userId="8f8fa2d1-79cb-4fe8-a2af-cccc1af4851b" providerId="ADAL" clId="{7CEFF54A-A8A5-4E54-AD04-FD2BAD6A74DF}" dt="2026-06-09T10:50:34.713" v="222" actId="478"/>
          <ac:picMkLst>
            <pc:docMk/>
            <pc:sldMk cId="1601790522" sldId="261"/>
            <ac:picMk id="7" creationId="{23315C70-A557-9431-DDBC-E9C447ADB18F}"/>
          </ac:picMkLst>
        </pc:picChg>
        <pc:picChg chg="add mod">
          <ac:chgData name="edu7361268" userId="8f8fa2d1-79cb-4fe8-a2af-cccc1af4851b" providerId="ADAL" clId="{7CEFF54A-A8A5-4E54-AD04-FD2BAD6A74DF}" dt="2026-06-09T10:51:47.165" v="236" actId="26606"/>
          <ac:picMkLst>
            <pc:docMk/>
            <pc:sldMk cId="1601790522" sldId="261"/>
            <ac:picMk id="8" creationId="{C76A0735-83CA-0AFA-C319-BB1C359EA9E9}"/>
          </ac:picMkLst>
        </pc:picChg>
        <pc:picChg chg="add mod">
          <ac:chgData name="edu7361268" userId="8f8fa2d1-79cb-4fe8-a2af-cccc1af4851b" providerId="ADAL" clId="{7CEFF54A-A8A5-4E54-AD04-FD2BAD6A74DF}" dt="2026-06-09T10:51:47.219" v="237" actId="26606"/>
          <ac:picMkLst>
            <pc:docMk/>
            <pc:sldMk cId="1601790522" sldId="261"/>
            <ac:picMk id="10" creationId="{AC146358-B489-6796-43D4-5A26325B76A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20697E-EB74-4170-B43F-FF5B4E6E6A0D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0240BC7-4A05-4882-90B1-316A257B24E5}">
      <dgm:prSet/>
      <dgm:spPr/>
      <dgm:t>
        <a:bodyPr/>
        <a:lstStyle/>
        <a:p>
          <a:r>
            <a:rPr lang="nb-NO"/>
            <a:t>Selskap som driver kontorutleie</a:t>
          </a:r>
          <a:endParaRPr lang="en-US"/>
        </a:p>
      </dgm:t>
    </dgm:pt>
    <dgm:pt modelId="{9354E7F3-0DE7-43D6-952E-ADB69E860BC0}" type="parTrans" cxnId="{4EDF2432-A619-4AE8-9905-7A2E531A18CC}">
      <dgm:prSet/>
      <dgm:spPr/>
      <dgm:t>
        <a:bodyPr/>
        <a:lstStyle/>
        <a:p>
          <a:endParaRPr lang="en-US"/>
        </a:p>
      </dgm:t>
    </dgm:pt>
    <dgm:pt modelId="{6757C7FE-9905-4231-A1BD-D8247E2F056D}" type="sibTrans" cxnId="{4EDF2432-A619-4AE8-9905-7A2E531A18CC}">
      <dgm:prSet/>
      <dgm:spPr/>
      <dgm:t>
        <a:bodyPr/>
        <a:lstStyle/>
        <a:p>
          <a:endParaRPr lang="en-US"/>
        </a:p>
      </dgm:t>
    </dgm:pt>
    <dgm:pt modelId="{F30A7EE8-DFBC-4BBF-BA17-2EF6978636EF}">
      <dgm:prSet/>
      <dgm:spPr/>
      <dgm:t>
        <a:bodyPr/>
        <a:lstStyle/>
        <a:p>
          <a:r>
            <a:rPr lang="nb-NO"/>
            <a:t>Sette opp nettverk og webbasert løsning for bedriften</a:t>
          </a:r>
          <a:endParaRPr lang="en-US"/>
        </a:p>
      </dgm:t>
    </dgm:pt>
    <dgm:pt modelId="{EA0217E2-580A-4AEB-84D4-DE16076DF19A}" type="parTrans" cxnId="{237E20EC-402F-40FF-B0F4-64A87FDD3584}">
      <dgm:prSet/>
      <dgm:spPr/>
      <dgm:t>
        <a:bodyPr/>
        <a:lstStyle/>
        <a:p>
          <a:endParaRPr lang="en-US"/>
        </a:p>
      </dgm:t>
    </dgm:pt>
    <dgm:pt modelId="{2643922E-2958-4D4C-B87F-93AC53597D8E}" type="sibTrans" cxnId="{237E20EC-402F-40FF-B0F4-64A87FDD3584}">
      <dgm:prSet/>
      <dgm:spPr/>
      <dgm:t>
        <a:bodyPr/>
        <a:lstStyle/>
        <a:p>
          <a:endParaRPr lang="en-US"/>
        </a:p>
      </dgm:t>
    </dgm:pt>
    <dgm:pt modelId="{1ECF69B4-71D2-45F5-830B-A4480D8F9B6D}">
      <dgm:prSet/>
      <dgm:spPr/>
      <dgm:t>
        <a:bodyPr/>
        <a:lstStyle/>
        <a:p>
          <a:r>
            <a:rPr lang="nb-NO"/>
            <a:t>Slik private kunder og små bedriften er tilbudt kontortjenester</a:t>
          </a:r>
          <a:endParaRPr lang="en-US"/>
        </a:p>
      </dgm:t>
    </dgm:pt>
    <dgm:pt modelId="{455C2CF6-44AD-44E8-B942-3B1C2ABB3E75}" type="parTrans" cxnId="{B1B10C70-568A-467C-96C8-D60C2354C127}">
      <dgm:prSet/>
      <dgm:spPr/>
      <dgm:t>
        <a:bodyPr/>
        <a:lstStyle/>
        <a:p>
          <a:endParaRPr lang="en-US"/>
        </a:p>
      </dgm:t>
    </dgm:pt>
    <dgm:pt modelId="{7CF639B6-D39B-41B7-955A-993CB7A9483A}" type="sibTrans" cxnId="{B1B10C70-568A-467C-96C8-D60C2354C127}">
      <dgm:prSet/>
      <dgm:spPr/>
      <dgm:t>
        <a:bodyPr/>
        <a:lstStyle/>
        <a:p>
          <a:endParaRPr lang="en-US"/>
        </a:p>
      </dgm:t>
    </dgm:pt>
    <dgm:pt modelId="{3E01F10E-9F64-4173-B607-FC5CD9FC8875}" type="pres">
      <dgm:prSet presAssocID="{2620697E-EB74-4170-B43F-FF5B4E6E6A0D}" presName="Name0" presStyleCnt="0">
        <dgm:presLayoutVars>
          <dgm:dir/>
          <dgm:animLvl val="lvl"/>
          <dgm:resizeHandles val="exact"/>
        </dgm:presLayoutVars>
      </dgm:prSet>
      <dgm:spPr/>
    </dgm:pt>
    <dgm:pt modelId="{CFB6C005-BEE0-4C26-9CD2-E269EE00E045}" type="pres">
      <dgm:prSet presAssocID="{70240BC7-4A05-4882-90B1-316A257B24E5}" presName="linNode" presStyleCnt="0"/>
      <dgm:spPr/>
    </dgm:pt>
    <dgm:pt modelId="{05F382BE-E0A8-4B99-A9BB-7DE70799D8DF}" type="pres">
      <dgm:prSet presAssocID="{70240BC7-4A05-4882-90B1-316A257B24E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283FF8B-2775-4AB6-B225-00E225D2940E}" type="pres">
      <dgm:prSet presAssocID="{6757C7FE-9905-4231-A1BD-D8247E2F056D}" presName="sp" presStyleCnt="0"/>
      <dgm:spPr/>
    </dgm:pt>
    <dgm:pt modelId="{169EAF3C-0D2C-4693-A598-F5CA2D13A245}" type="pres">
      <dgm:prSet presAssocID="{F30A7EE8-DFBC-4BBF-BA17-2EF6978636EF}" presName="linNode" presStyleCnt="0"/>
      <dgm:spPr/>
    </dgm:pt>
    <dgm:pt modelId="{1CE8696A-FC80-4FC3-AF0C-FD5B80A7981F}" type="pres">
      <dgm:prSet presAssocID="{F30A7EE8-DFBC-4BBF-BA17-2EF6978636E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FEE568B-DA3D-4B99-A05D-A2C09EA11222}" type="pres">
      <dgm:prSet presAssocID="{2643922E-2958-4D4C-B87F-93AC53597D8E}" presName="sp" presStyleCnt="0"/>
      <dgm:spPr/>
    </dgm:pt>
    <dgm:pt modelId="{93C61BED-2824-4B02-87D0-8BCE31CF4F1C}" type="pres">
      <dgm:prSet presAssocID="{1ECF69B4-71D2-45F5-830B-A4480D8F9B6D}" presName="linNode" presStyleCnt="0"/>
      <dgm:spPr/>
    </dgm:pt>
    <dgm:pt modelId="{42165AD0-7C47-4988-9E60-9C0D11D6BB62}" type="pres">
      <dgm:prSet presAssocID="{1ECF69B4-71D2-45F5-830B-A4480D8F9B6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EDF2432-A619-4AE8-9905-7A2E531A18CC}" srcId="{2620697E-EB74-4170-B43F-FF5B4E6E6A0D}" destId="{70240BC7-4A05-4882-90B1-316A257B24E5}" srcOrd="0" destOrd="0" parTransId="{9354E7F3-0DE7-43D6-952E-ADB69E860BC0}" sibTransId="{6757C7FE-9905-4231-A1BD-D8247E2F056D}"/>
    <dgm:cxn modelId="{76451867-98C9-488A-BA62-D3BC153F83FD}" type="presOf" srcId="{1ECF69B4-71D2-45F5-830B-A4480D8F9B6D}" destId="{42165AD0-7C47-4988-9E60-9C0D11D6BB62}" srcOrd="0" destOrd="0" presId="urn:microsoft.com/office/officeart/2005/8/layout/vList5"/>
    <dgm:cxn modelId="{E5AF9368-E580-4342-8700-19855905D667}" type="presOf" srcId="{F30A7EE8-DFBC-4BBF-BA17-2EF6978636EF}" destId="{1CE8696A-FC80-4FC3-AF0C-FD5B80A7981F}" srcOrd="0" destOrd="0" presId="urn:microsoft.com/office/officeart/2005/8/layout/vList5"/>
    <dgm:cxn modelId="{597CED68-EB65-4165-A1F0-56BB025B4D72}" type="presOf" srcId="{70240BC7-4A05-4882-90B1-316A257B24E5}" destId="{05F382BE-E0A8-4B99-A9BB-7DE70799D8DF}" srcOrd="0" destOrd="0" presId="urn:microsoft.com/office/officeart/2005/8/layout/vList5"/>
    <dgm:cxn modelId="{B1B10C70-568A-467C-96C8-D60C2354C127}" srcId="{2620697E-EB74-4170-B43F-FF5B4E6E6A0D}" destId="{1ECF69B4-71D2-45F5-830B-A4480D8F9B6D}" srcOrd="2" destOrd="0" parTransId="{455C2CF6-44AD-44E8-B942-3B1C2ABB3E75}" sibTransId="{7CF639B6-D39B-41B7-955A-993CB7A9483A}"/>
    <dgm:cxn modelId="{33E4409D-6F55-4820-9D29-CC4D25813089}" type="presOf" srcId="{2620697E-EB74-4170-B43F-FF5B4E6E6A0D}" destId="{3E01F10E-9F64-4173-B607-FC5CD9FC8875}" srcOrd="0" destOrd="0" presId="urn:microsoft.com/office/officeart/2005/8/layout/vList5"/>
    <dgm:cxn modelId="{237E20EC-402F-40FF-B0F4-64A87FDD3584}" srcId="{2620697E-EB74-4170-B43F-FF5B4E6E6A0D}" destId="{F30A7EE8-DFBC-4BBF-BA17-2EF6978636EF}" srcOrd="1" destOrd="0" parTransId="{EA0217E2-580A-4AEB-84D4-DE16076DF19A}" sibTransId="{2643922E-2958-4D4C-B87F-93AC53597D8E}"/>
    <dgm:cxn modelId="{3AA83256-763B-4B9C-AA0A-0EDA86FAF8EA}" type="presParOf" srcId="{3E01F10E-9F64-4173-B607-FC5CD9FC8875}" destId="{CFB6C005-BEE0-4C26-9CD2-E269EE00E045}" srcOrd="0" destOrd="0" presId="urn:microsoft.com/office/officeart/2005/8/layout/vList5"/>
    <dgm:cxn modelId="{688D1BFD-1C84-41FF-94E2-C86EB9510342}" type="presParOf" srcId="{CFB6C005-BEE0-4C26-9CD2-E269EE00E045}" destId="{05F382BE-E0A8-4B99-A9BB-7DE70799D8DF}" srcOrd="0" destOrd="0" presId="urn:microsoft.com/office/officeart/2005/8/layout/vList5"/>
    <dgm:cxn modelId="{6E478E7F-6D55-4FA7-93F4-A6CB5CD18DBE}" type="presParOf" srcId="{3E01F10E-9F64-4173-B607-FC5CD9FC8875}" destId="{E283FF8B-2775-4AB6-B225-00E225D2940E}" srcOrd="1" destOrd="0" presId="urn:microsoft.com/office/officeart/2005/8/layout/vList5"/>
    <dgm:cxn modelId="{F6C92612-E677-456F-8761-501056FC6D0A}" type="presParOf" srcId="{3E01F10E-9F64-4173-B607-FC5CD9FC8875}" destId="{169EAF3C-0D2C-4693-A598-F5CA2D13A245}" srcOrd="2" destOrd="0" presId="urn:microsoft.com/office/officeart/2005/8/layout/vList5"/>
    <dgm:cxn modelId="{50B1A57B-0BC1-4FA5-9A86-C1B1A8CE1376}" type="presParOf" srcId="{169EAF3C-0D2C-4693-A598-F5CA2D13A245}" destId="{1CE8696A-FC80-4FC3-AF0C-FD5B80A7981F}" srcOrd="0" destOrd="0" presId="urn:microsoft.com/office/officeart/2005/8/layout/vList5"/>
    <dgm:cxn modelId="{9F1E742A-0DE3-48CF-8CE7-2030FD6B0DD9}" type="presParOf" srcId="{3E01F10E-9F64-4173-B607-FC5CD9FC8875}" destId="{BFEE568B-DA3D-4B99-A05D-A2C09EA11222}" srcOrd="3" destOrd="0" presId="urn:microsoft.com/office/officeart/2005/8/layout/vList5"/>
    <dgm:cxn modelId="{5D40B7B0-439F-44BD-9998-5F0BCD57EE72}" type="presParOf" srcId="{3E01F10E-9F64-4173-B607-FC5CD9FC8875}" destId="{93C61BED-2824-4B02-87D0-8BCE31CF4F1C}" srcOrd="4" destOrd="0" presId="urn:microsoft.com/office/officeart/2005/8/layout/vList5"/>
    <dgm:cxn modelId="{C110181D-9BF2-4BFC-B626-9310C63F2257}" type="presParOf" srcId="{93C61BED-2824-4B02-87D0-8BCE31CF4F1C}" destId="{42165AD0-7C47-4988-9E60-9C0D11D6BB6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382BE-E0A8-4B99-A9BB-7DE70799D8DF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700" kern="1200"/>
            <a:t>Selskap som driver kontorutleie</a:t>
          </a:r>
          <a:endParaRPr lang="en-US" sz="2700" kern="1200"/>
        </a:p>
      </dsp:txBody>
      <dsp:txXfrm>
        <a:off x="3433446" y="70578"/>
        <a:ext cx="3648708" cy="1265378"/>
      </dsp:txXfrm>
    </dsp:sp>
    <dsp:sp modelId="{1CE8696A-FC80-4FC3-AF0C-FD5B80A7981F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700" kern="1200"/>
            <a:t>Sette opp nettverk og webbasert løsning for bedriften</a:t>
          </a:r>
          <a:endParaRPr lang="en-US" sz="2700" kern="1200"/>
        </a:p>
      </dsp:txBody>
      <dsp:txXfrm>
        <a:off x="3433446" y="1542979"/>
        <a:ext cx="3648708" cy="1265378"/>
      </dsp:txXfrm>
    </dsp:sp>
    <dsp:sp modelId="{42165AD0-7C47-4988-9E60-9C0D11D6BB62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700" kern="1200"/>
            <a:t>Slik private kunder og små bedriften er tilbudt kontortjenester</a:t>
          </a:r>
          <a:endParaRPr lang="en-US" sz="2700" kern="1200"/>
        </a:p>
      </dsp:txBody>
      <dsp:txXfrm>
        <a:off x="3433446" y="3015380"/>
        <a:ext cx="3648708" cy="1265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B9230-F7D7-40F6-8DCC-C41C79B50367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A40EE-4A35-4FF5-8815-B8402785AA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8441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A40EE-4A35-4FF5-8815-B8402785AA4B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812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DCC5-57D9-27BD-8147-AF8262A5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31B15197-988D-84F3-79E9-1EA4A6080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D669B364-3502-F721-2895-C84A250C9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EE50E4B-2B38-C95A-BEBF-105435EDC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A40EE-4A35-4FF5-8815-B8402785AA4B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673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45DA9BC-EF20-51D1-3CD8-05F31B512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3E4623E-C9D3-02A2-0CE4-196F170B4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8A61487-1971-76BA-14E7-5B26C2F5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A90D0BB-FF62-711E-C16C-DA8F0339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0A7D4A3-BED0-7272-6CAF-1E6A64E4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715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DADB9AD-54EA-F670-899A-3FB54A87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0B4AB35-F677-A919-1ECC-CECBDCF76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03CB9CE-E177-F554-0B2B-C6B393BA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2992132-2196-4DCD-0109-F826480B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7C0E2F4-C8E8-F8C0-3A6A-D53C5B61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550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0E2594-38D4-76DE-EFCC-CB4F550E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C1A611D-4A70-F037-FDBE-1B1557EDB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D387A21-BE2C-795D-2F5F-6018308A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BF410AE-334E-89ED-3771-62AEFE55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237EC6D-3728-4D78-148E-F6342ABA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879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3CA4730-F954-D7E6-4943-E056F96F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A0D71B-48D1-871E-9EC7-780EE7A0D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7D24090-A523-961E-0053-3D94B73AE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AD53BDD-849D-0C4B-EA20-CC26A7FF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12C804C-1368-3607-85D1-6951E958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9E9BEAF-A877-9AF2-7092-EB297BEC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897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2F68412-F6AD-2B1C-17F6-9EF3D28A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3D6BAD0-85CA-0F0E-8234-7FCB7A844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F393C13-9488-8235-BC38-43046CE7A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37C8563B-9E74-5458-677E-5B24EE506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D5040460-74D0-4657-64DB-CA404BED3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CFFAB44-F137-7BDC-9608-30432728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9C98B39B-8183-3297-8312-2A7B6C7B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41B837C-3C12-F018-AF63-DE6B2E8B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980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911FAC8-9B41-7735-697C-75F5E237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2AD7F9D3-B20D-7745-E0B3-800AABCE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070CDF9-A30F-AF79-6DA3-8552484C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973CFD8-35AF-6509-489E-3667FE1C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639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B2D2B693-4295-7B2F-CA93-10193104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41AD292-8CB7-3898-387F-F0379503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9BE076C-3F0D-B078-ED25-0C63BC76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5067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5AFDA9B-85D8-3519-1D78-61E337AE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FB9BF3F-8AB7-C818-A0EE-673BAF651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719C547-959D-64CE-58E7-EA4645C92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3670385-698B-DE02-583A-9F049662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7147FF4-25E7-CA2E-C267-893A86E99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678A1C7-6527-4F36-C3BF-05535247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538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12B5FD0-4F42-FE6C-65D5-0E333621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C7CC192-E98A-DE26-E6F7-34809B25F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4BC1B33-B701-7200-7433-7C54BCAAB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4608E79D-A841-4BA5-0E85-5F933579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87F93BE-278D-5448-6F94-ECFDC0CE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26B5E48-1ADE-80AE-3955-220E809C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6035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1DD8CC0-3F6E-DE66-5EA0-62B32EED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8D6207BA-82D3-4D78-F4E3-F5A0EDCE5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499A913-F8D6-2879-65A8-8382A821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BA5601D-F5AA-C7EC-6780-B9A744D6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3D93087-8799-B2C1-03CC-61BA7EEB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56915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15CE7BE-235D-BF01-9A7D-8018614C7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106CEF1-23C4-E93D-A137-347743260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E6092E3-37A4-295D-710D-931D10E0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88FCF91-CDEB-77B3-76FA-F381BB5D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BBF761B-D158-991E-70A8-2D6603E3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0544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2586C4C1-3F2F-F8E0-5B23-FFE86694B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46A5F7F-3C89-493A-1EF4-BECBE7B78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415FC4A-31A7-D5A2-5719-341C4D9A8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63296-A61D-4190-80E0-83AFE9ADB82E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A50D61E-8C9C-3CB4-AA83-4BDBB5FDA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5D31C11-187E-EB58-E797-D52B96FCC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A831D-2476-483E-8DDC-2C96559E3B4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891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9812C197-ECED-5196-0D07-C949F642E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nb-NO" sz="4800">
                <a:solidFill>
                  <a:schemeClr val="tx2"/>
                </a:solidFill>
              </a:rPr>
              <a:t>Eksamensoppgave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1AEE7E0-F3E7-414A-F0D1-CE62D063A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nb-NO">
                <a:solidFill>
                  <a:schemeClr val="tx2"/>
                </a:solidFill>
              </a:rPr>
              <a:t>Herman Skaar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475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6209E-412C-AC98-7EBF-FE05D87F59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CA18FF7-A268-3AE5-B7BD-5AE278E94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b-NO" dirty="0"/>
              <a:t>Situasjonsbeskrivelse: Kontorutleie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FD4095FD-4537-086E-3EC1-A4544C7DA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0427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984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9DCAC49D-87C0-5785-396D-0F5D1D18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nb-NO" sz="4800">
                <a:solidFill>
                  <a:schemeClr val="bg1"/>
                </a:solidFill>
              </a:rPr>
              <a:t>Oppgave 1 Utvikling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C095B30B-FCDC-906A-BC48-F7628550F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59" y="881467"/>
            <a:ext cx="10843065" cy="2737872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341BECF-81EB-345B-A094-6A4C61F93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nb-NO" sz="1800">
                <a:solidFill>
                  <a:schemeClr val="bg1"/>
                </a:solidFill>
              </a:rPr>
              <a:t>Web løsning med beskrivelse av tjenestene (for potensielle nye kunder).</a:t>
            </a:r>
          </a:p>
          <a:p>
            <a:endParaRPr lang="nb-NO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1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096F4-2E2A-5042-381A-8240BD21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9" name="Group 124">
            <a:extLst>
              <a:ext uri="{FF2B5EF4-FFF2-40B4-BE49-F238E27FC236}">
                <a16:creationId xmlns:a16="http://schemas.microsoft.com/office/drawing/2014/main" id="{D2BEE71A-353E-49B4-9F8D-D2E784E50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6064235" cy="6858000"/>
            <a:chOff x="651279" y="598259"/>
            <a:chExt cx="10889442" cy="5680742"/>
          </a:xfrm>
        </p:grpSpPr>
        <p:sp>
          <p:nvSpPr>
            <p:cNvPr id="126" name="Color">
              <a:extLst>
                <a:ext uri="{FF2B5EF4-FFF2-40B4-BE49-F238E27FC236}">
                  <a16:creationId xmlns:a16="http://schemas.microsoft.com/office/drawing/2014/main" id="{0C9DD877-6006-4DF4-90EE-97EB9CA6B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Color">
              <a:extLst>
                <a:ext uri="{FF2B5EF4-FFF2-40B4-BE49-F238E27FC236}">
                  <a16:creationId xmlns:a16="http://schemas.microsoft.com/office/drawing/2014/main" id="{380AA621-5EB1-4034-A9BE-9FD3CEC58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Bilde 7">
            <a:extLst>
              <a:ext uri="{FF2B5EF4-FFF2-40B4-BE49-F238E27FC236}">
                <a16:creationId xmlns:a16="http://schemas.microsoft.com/office/drawing/2014/main" id="{C76A0735-83CA-0AFA-C319-BB1C359EA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12" y="827533"/>
            <a:ext cx="4999274" cy="1399796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9BCA1C47-A831-0275-DBB8-07698463D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543" y="2746688"/>
            <a:ext cx="4999274" cy="1399796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AC146358-B489-6796-43D4-5A26325B7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543" y="4678343"/>
            <a:ext cx="4999274" cy="1374799"/>
          </a:xfrm>
          <a:prstGeom prst="rect">
            <a:avLst/>
          </a:prstGeom>
        </p:spPr>
      </p:pic>
      <p:grpSp>
        <p:nvGrpSpPr>
          <p:cNvPr id="141" name="Group 1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42" name="Freeform: Shape 1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3" name="Freeform: Shape 1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4" name="Freeform: Shape 13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5" name="Freeform: Shape 13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6" name="Freeform: Shape 13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0E7663C2-E186-C938-0F2D-F5D8BAD9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4827936" cy="2587751"/>
          </a:xfrm>
        </p:spPr>
        <p:txBody>
          <a:bodyPr anchor="b">
            <a:normAutofit/>
          </a:bodyPr>
          <a:lstStyle/>
          <a:p>
            <a:r>
              <a:rPr lang="nb-NO" sz="4800">
                <a:solidFill>
                  <a:schemeClr val="bg1"/>
                </a:solidFill>
              </a:rPr>
              <a:t>Oppgave 1 Utvikling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EE81E60-94DD-E845-634A-FB50FB7E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471176"/>
            <a:ext cx="4827936" cy="2710168"/>
          </a:xfrm>
        </p:spPr>
        <p:txBody>
          <a:bodyPr anchor="t">
            <a:normAutofit/>
          </a:bodyPr>
          <a:lstStyle/>
          <a:p>
            <a:r>
              <a:rPr lang="nb-NO" sz="1800">
                <a:solidFill>
                  <a:schemeClr val="bg1"/>
                </a:solidFill>
              </a:rPr>
              <a:t>Web løsning med tilgang til dokumentasjon av nettverksoppsett, for eksisterende kunder (for eksempel DNS-oppsett og lignende.</a:t>
            </a:r>
          </a:p>
        </p:txBody>
      </p:sp>
    </p:spTree>
    <p:extLst>
      <p:ext uri="{BB962C8B-B14F-4D97-AF65-F5344CB8AC3E}">
        <p14:creationId xmlns:p14="http://schemas.microsoft.com/office/powerpoint/2010/main" val="160179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544817F-58E9-F513-A5BE-2B7AAA8F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Oppgave 2 Drift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15D04CE-BCA8-BA1A-5368-93A17A07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Skisse på oppsett av nettverket, eventuell subnettverk, og brannmur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0427B68C-E9F4-B2D3-C8E6-35371DB98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018" y="467208"/>
            <a:ext cx="612256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98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0649A08-D3F8-B939-8001-F58FCAC0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nb-NO" sz="4000"/>
              <a:t>Oppgave 3 Brukerstøtte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4FF0FA9-5586-54E0-84B8-6F0B5C36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nb-NO" sz="2000"/>
              <a:t>Lag en veileder for Active Directory, hvordan opprette bruker, hvordan sette opp tilgang på mappe og filnivå, veilederen skal være brukervennelig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6AF2BD72-50C8-BB38-51CC-998B0A6E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736" y="581892"/>
            <a:ext cx="4090806" cy="251875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332EE78E-1177-AA4D-D9C7-BE5118DE4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690" y="3707894"/>
            <a:ext cx="1877035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107</Words>
  <Application>Microsoft Office PowerPoint</Application>
  <PresentationFormat>Widescreen</PresentationFormat>
  <Paragraphs>16</Paragraphs>
  <Slides>6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Office-tema</vt:lpstr>
      <vt:lpstr>Eksamensoppgave</vt:lpstr>
      <vt:lpstr>Situasjonsbeskrivelse: Kontorutleie</vt:lpstr>
      <vt:lpstr>Oppgave 1 Utvikling</vt:lpstr>
      <vt:lpstr>Oppgave 1 Utvikling</vt:lpstr>
      <vt:lpstr>Oppgave 2 Drift</vt:lpstr>
      <vt:lpstr>Oppgave 3 Brukerstøtte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edu7361268</dc:creator>
  <cp:lastModifiedBy>edu7361268</cp:lastModifiedBy>
  <cp:revision>1</cp:revision>
  <dcterms:created xsi:type="dcterms:W3CDTF">2026-06-09T07:12:27Z</dcterms:created>
  <dcterms:modified xsi:type="dcterms:W3CDTF">2026-06-09T11:02:54Z</dcterms:modified>
</cp:coreProperties>
</file>